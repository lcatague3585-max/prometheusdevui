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  <p:sldId id="275" r:id="rId3"/>
    <p:sldId id="274" r:id="rId4"/>
    <p:sldId id="277" r:id="rId5"/>
    <p:sldId id="279" r:id="rId6"/>
    <p:sldId id="278" r:id="rId7"/>
    <p:sldId id="28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700"/>
    <a:srgbClr val="763000"/>
    <a:srgbClr val="FF6600"/>
    <a:srgbClr val="110D0D"/>
    <a:srgbClr val="2D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8752C-40A3-4F61-BEE2-EB27DCB6A3E7}" v="21" dt="2025-12-08T13:59:45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3" autoAdjust="0"/>
    <p:restoredTop sz="94660"/>
  </p:normalViewPr>
  <p:slideViewPr>
    <p:cSldViewPr snapToGrid="0">
      <p:cViewPr varScale="1">
        <p:scale>
          <a:sx n="72" d="100"/>
          <a:sy n="72" d="100"/>
        </p:scale>
        <p:origin x="485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dds" userId="80d5a6ea92063750" providerId="LiveId" clId="{614D3421-716A-4CB0-994B-C24DF82A0F6F}"/>
    <pc:docChg chg="undo custSel addSld delSld modSld sldOrd">
      <pc:chgData name="Matthew Dodds" userId="80d5a6ea92063750" providerId="LiveId" clId="{614D3421-716A-4CB0-994B-C24DF82A0F6F}" dt="2025-12-10T08:03:25.124" v="632" actId="692"/>
      <pc:docMkLst>
        <pc:docMk/>
      </pc:docMkLst>
      <pc:sldChg chg="addSp modSp mod">
        <pc:chgData name="Matthew Dodds" userId="80d5a6ea92063750" providerId="LiveId" clId="{614D3421-716A-4CB0-994B-C24DF82A0F6F}" dt="2025-12-10T08:03:25.124" v="632" actId="692"/>
        <pc:sldMkLst>
          <pc:docMk/>
          <pc:sldMk cId="609062764" sldId="274"/>
        </pc:sldMkLst>
        <pc:spChg chg="mod">
          <ac:chgData name="Matthew Dodds" userId="80d5a6ea92063750" providerId="LiveId" clId="{614D3421-716A-4CB0-994B-C24DF82A0F6F}" dt="2025-12-08T14:01:53.700" v="619" actId="1037"/>
          <ac:spMkLst>
            <pc:docMk/>
            <pc:sldMk cId="609062764" sldId="274"/>
            <ac:spMk id="6" creationId="{23AA74E7-8287-FB84-F0B5-0870B01E332A}"/>
          </ac:spMkLst>
        </pc:spChg>
        <pc:spChg chg="mod">
          <ac:chgData name="Matthew Dodds" userId="80d5a6ea92063750" providerId="LiveId" clId="{614D3421-716A-4CB0-994B-C24DF82A0F6F}" dt="2025-12-10T08:03:25.124" v="632" actId="692"/>
          <ac:spMkLst>
            <pc:docMk/>
            <pc:sldMk cId="609062764" sldId="274"/>
            <ac:spMk id="18" creationId="{498A6843-FB84-8783-6046-213E49E00B8C}"/>
          </ac:spMkLst>
        </pc:spChg>
        <pc:spChg chg="mod">
          <ac:chgData name="Matthew Dodds" userId="80d5a6ea92063750" providerId="LiveId" clId="{614D3421-716A-4CB0-994B-C24DF82A0F6F}" dt="2025-12-08T14:00:12.979" v="465" actId="20577"/>
          <ac:spMkLst>
            <pc:docMk/>
            <pc:sldMk cId="609062764" sldId="274"/>
            <ac:spMk id="25" creationId="{88997FA6-D161-C276-ABC1-C1083E5A76AA}"/>
          </ac:spMkLst>
        </pc:spChg>
        <pc:spChg chg="mod">
          <ac:chgData name="Matthew Dodds" userId="80d5a6ea92063750" providerId="LiveId" clId="{614D3421-716A-4CB0-994B-C24DF82A0F6F}" dt="2025-12-08T06:27:24.106" v="418" actId="1076"/>
          <ac:spMkLst>
            <pc:docMk/>
            <pc:sldMk cId="609062764" sldId="274"/>
            <ac:spMk id="95" creationId="{A99A1CC4-6C50-C8A1-351D-F2F5ADE8743F}"/>
          </ac:spMkLst>
        </pc:spChg>
        <pc:spChg chg="mod">
          <ac:chgData name="Matthew Dodds" userId="80d5a6ea92063750" providerId="LiveId" clId="{614D3421-716A-4CB0-994B-C24DF82A0F6F}" dt="2025-12-08T04:40:37.770" v="414" actId="692"/>
          <ac:spMkLst>
            <pc:docMk/>
            <pc:sldMk cId="609062764" sldId="274"/>
            <ac:spMk id="96" creationId="{331B5719-FF29-87A3-BDC8-02286547D2C3}"/>
          </ac:spMkLst>
        </pc:spChg>
        <pc:spChg chg="mod">
          <ac:chgData name="Matthew Dodds" userId="80d5a6ea92063750" providerId="LiveId" clId="{614D3421-716A-4CB0-994B-C24DF82A0F6F}" dt="2025-12-08T14:02:03.436" v="626" actId="1037"/>
          <ac:spMkLst>
            <pc:docMk/>
            <pc:sldMk cId="609062764" sldId="274"/>
            <ac:spMk id="97" creationId="{C351991A-54B6-BC99-1C6B-351DBDD51FA6}"/>
          </ac:spMkLst>
        </pc:spChg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8" creationId="{6BA0DE86-8C0B-EAA7-9193-60746516F6CA}"/>
          </ac:spMkLst>
        </pc:spChg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9" creationId="{D014B74E-1029-AF6B-DD60-D1E832CB15E1}"/>
          </ac:spMkLst>
        </pc:spChg>
        <pc:grpChg chg="add mod">
          <ac:chgData name="Matthew Dodds" userId="80d5a6ea92063750" providerId="LiveId" clId="{614D3421-716A-4CB0-994B-C24DF82A0F6F}" dt="2025-12-08T13:59:50.538" v="452" actId="1036"/>
          <ac:grpSpMkLst>
            <pc:docMk/>
            <pc:sldMk cId="609062764" sldId="274"/>
            <ac:grpSpMk id="3" creationId="{4E5F1594-B012-25CA-4983-3D809FED4C5F}"/>
          </ac:grpSpMkLst>
        </pc:grpChg>
        <pc:grpChg chg="mod">
          <ac:chgData name="Matthew Dodds" userId="80d5a6ea92063750" providerId="LiveId" clId="{614D3421-716A-4CB0-994B-C24DF82A0F6F}" dt="2025-12-08T13:59:45.132" v="444" actId="164"/>
          <ac:grpSpMkLst>
            <pc:docMk/>
            <pc:sldMk cId="609062764" sldId="274"/>
            <ac:grpSpMk id="28" creationId="{E78CE5DE-E50C-639F-54C9-F510E1D54B32}"/>
          </ac:grpSpMkLst>
        </pc:grpChg>
        <pc:cxnChg chg="mod">
          <ac:chgData name="Matthew Dodds" userId="80d5a6ea92063750" providerId="LiveId" clId="{614D3421-716A-4CB0-994B-C24DF82A0F6F}" dt="2025-12-08T14:01:01.130" v="605" actId="14100"/>
          <ac:cxnSpMkLst>
            <pc:docMk/>
            <pc:sldMk cId="609062764" sldId="274"/>
            <ac:cxnSpMk id="29" creationId="{CAD7DB08-D882-8A04-4242-5146CB2DDCDA}"/>
          </ac:cxnSpMkLst>
        </pc:cxnChg>
        <pc:cxnChg chg="mod">
          <ac:chgData name="Matthew Dodds" userId="80d5a6ea92063750" providerId="LiveId" clId="{614D3421-716A-4CB0-994B-C24DF82A0F6F}" dt="2025-12-08T14:00:55.675" v="604" actId="14100"/>
          <ac:cxnSpMkLst>
            <pc:docMk/>
            <pc:sldMk cId="609062764" sldId="274"/>
            <ac:cxnSpMk id="30" creationId="{919D88B7-3CC7-C445-5305-99EDEE2E5A45}"/>
          </ac:cxnSpMkLst>
        </pc:cxnChg>
      </pc:sldChg>
      <pc:sldChg chg="addSp modSp mod">
        <pc:chgData name="Matthew Dodds" userId="80d5a6ea92063750" providerId="LiveId" clId="{614D3421-716A-4CB0-994B-C24DF82A0F6F}" dt="2025-12-07T16:56:24.652" v="409" actId="2711"/>
        <pc:sldMkLst>
          <pc:docMk/>
          <pc:sldMk cId="4164517435" sldId="275"/>
        </pc:sldMkLst>
        <pc:spChg chg="mod">
          <ac:chgData name="Matthew Dodds" userId="80d5a6ea92063750" providerId="LiveId" clId="{614D3421-716A-4CB0-994B-C24DF82A0F6F}" dt="2025-12-07T16:55:48.276" v="403" actId="1036"/>
          <ac:spMkLst>
            <pc:docMk/>
            <pc:sldMk cId="4164517435" sldId="275"/>
            <ac:spMk id="2" creationId="{733AFC69-F7A5-5694-E479-4D623FD269ED}"/>
          </ac:spMkLst>
        </pc:spChg>
        <pc:spChg chg="mod">
          <ac:chgData name="Matthew Dodds" userId="80d5a6ea92063750" providerId="LiveId" clId="{614D3421-716A-4CB0-994B-C24DF82A0F6F}" dt="2025-12-07T16:55:39.784" v="401" actId="14100"/>
          <ac:spMkLst>
            <pc:docMk/>
            <pc:sldMk cId="4164517435" sldId="275"/>
            <ac:spMk id="4" creationId="{09E29F80-AB15-304A-A0EC-4E5C69454E48}"/>
          </ac:spMkLst>
        </pc:spChg>
        <pc:spChg chg="mod">
          <ac:chgData name="Matthew Dodds" userId="80d5a6ea92063750" providerId="LiveId" clId="{614D3421-716A-4CB0-994B-C24DF82A0F6F}" dt="2025-12-07T16:56:24.652" v="409" actId="2711"/>
          <ac:spMkLst>
            <pc:docMk/>
            <pc:sldMk cId="4164517435" sldId="275"/>
            <ac:spMk id="5" creationId="{F51AB63F-E4EB-FAA6-439C-0B270A2BEEAD}"/>
          </ac:spMkLst>
        </pc:spChg>
        <pc:spChg chg="add mod">
          <ac:chgData name="Matthew Dodds" userId="80d5a6ea92063750" providerId="LiveId" clId="{614D3421-716A-4CB0-994B-C24DF82A0F6F}" dt="2025-12-07T16:12:41.714" v="288" actId="20577"/>
          <ac:spMkLst>
            <pc:docMk/>
            <pc:sldMk cId="4164517435" sldId="275"/>
            <ac:spMk id="10" creationId="{18D8A8E8-C6E2-E267-08D3-8ECF430B341D}"/>
          </ac:spMkLst>
        </pc:spChg>
        <pc:spChg chg="add mod">
          <ac:chgData name="Matthew Dodds" userId="80d5a6ea92063750" providerId="LiveId" clId="{614D3421-716A-4CB0-994B-C24DF82A0F6F}" dt="2025-12-07T16:12:36.264" v="280" actId="1076"/>
          <ac:spMkLst>
            <pc:docMk/>
            <pc:sldMk cId="4164517435" sldId="275"/>
            <ac:spMk id="11" creationId="{0A1F18CA-665A-927D-1031-82750E4ADC11}"/>
          </ac:spMkLst>
        </pc:spChg>
        <pc:spChg chg="add mod">
          <ac:chgData name="Matthew Dodds" userId="80d5a6ea92063750" providerId="LiveId" clId="{614D3421-716A-4CB0-994B-C24DF82A0F6F}" dt="2025-12-07T16:12:57.847" v="298" actId="20577"/>
          <ac:spMkLst>
            <pc:docMk/>
            <pc:sldMk cId="4164517435" sldId="275"/>
            <ac:spMk id="12" creationId="{532ACE2D-71D2-4B47-3687-0ECAF8DADDC6}"/>
          </ac:spMkLst>
        </pc:spChg>
        <pc:spChg chg="add mod">
          <ac:chgData name="Matthew Dodds" userId="80d5a6ea92063750" providerId="LiveId" clId="{614D3421-716A-4CB0-994B-C24DF82A0F6F}" dt="2025-12-07T16:12:53.209" v="290" actId="1076"/>
          <ac:spMkLst>
            <pc:docMk/>
            <pc:sldMk cId="4164517435" sldId="275"/>
            <ac:spMk id="13" creationId="{0A75EA01-C642-DB0B-3FA2-EAE8F28D7B82}"/>
          </ac:spMkLst>
        </pc:spChg>
        <pc:spChg chg="mod">
          <ac:chgData name="Matthew Dodds" userId="80d5a6ea92063750" providerId="LiveId" clId="{614D3421-716A-4CB0-994B-C24DF82A0F6F}" dt="2025-12-07T16:13:16.550" v="299"/>
          <ac:spMkLst>
            <pc:docMk/>
            <pc:sldMk cId="4164517435" sldId="275"/>
            <ac:spMk id="15" creationId="{35441878-7E53-61F3-968D-EE77B9019815}"/>
          </ac:spMkLst>
        </pc:spChg>
        <pc:spChg chg="mod">
          <ac:chgData name="Matthew Dodds" userId="80d5a6ea92063750" providerId="LiveId" clId="{614D3421-716A-4CB0-994B-C24DF82A0F6F}" dt="2025-12-07T16:13:26.070" v="305" actId="20577"/>
          <ac:spMkLst>
            <pc:docMk/>
            <pc:sldMk cId="4164517435" sldId="275"/>
            <ac:spMk id="16" creationId="{F4E64D29-517B-04C2-86CE-FB3CBC9E1B36}"/>
          </ac:spMkLst>
        </pc:spChg>
        <pc:spChg chg="add mod">
          <ac:chgData name="Matthew Dodds" userId="80d5a6ea92063750" providerId="LiveId" clId="{614D3421-716A-4CB0-994B-C24DF82A0F6F}" dt="2025-12-07T16:15:16.696" v="372" actId="1076"/>
          <ac:spMkLst>
            <pc:docMk/>
            <pc:sldMk cId="4164517435" sldId="275"/>
            <ac:spMk id="17" creationId="{20DCDA29-DBFE-A936-0FBA-6D2A784CF5D9}"/>
          </ac:spMkLst>
        </pc:spChg>
        <pc:spChg chg="add mod">
          <ac:chgData name="Matthew Dodds" userId="80d5a6ea92063750" providerId="LiveId" clId="{614D3421-716A-4CB0-994B-C24DF82A0F6F}" dt="2025-12-07T16:15:22.077" v="375" actId="1035"/>
          <ac:spMkLst>
            <pc:docMk/>
            <pc:sldMk cId="4164517435" sldId="275"/>
            <ac:spMk id="18" creationId="{4D899090-D990-5212-75BB-F20B1DD648FD}"/>
          </ac:spMkLst>
        </pc:spChg>
        <pc:grpChg chg="add mod">
          <ac:chgData name="Matthew Dodds" userId="80d5a6ea92063750" providerId="LiveId" clId="{614D3421-716A-4CB0-994B-C24DF82A0F6F}" dt="2025-12-07T16:14:06.236" v="308" actId="14100"/>
          <ac:grpSpMkLst>
            <pc:docMk/>
            <pc:sldMk cId="4164517435" sldId="275"/>
            <ac:grpSpMk id="14" creationId="{8EA7D2FE-1EDC-540D-53FC-A64633FD50E0}"/>
          </ac:grpSpMkLst>
        </pc:grpChg>
        <pc:cxnChg chg="add mod">
          <ac:chgData name="Matthew Dodds" userId="80d5a6ea92063750" providerId="LiveId" clId="{614D3421-716A-4CB0-994B-C24DF82A0F6F}" dt="2025-12-07T16:06:29.910" v="264" actId="1035"/>
          <ac:cxnSpMkLst>
            <pc:docMk/>
            <pc:sldMk cId="4164517435" sldId="275"/>
            <ac:cxnSpMk id="3" creationId="{56556E3C-89EC-6FCC-7743-75E1D26DA8A0}"/>
          </ac:cxnSpMkLst>
        </pc:cxnChg>
      </pc:sldChg>
      <pc:sldChg chg="addSp delSp modSp mod">
        <pc:chgData name="Matthew Dodds" userId="80d5a6ea92063750" providerId="LiveId" clId="{614D3421-716A-4CB0-994B-C24DF82A0F6F}" dt="2025-12-08T13:58:09.426" v="442" actId="1036"/>
        <pc:sldMkLst>
          <pc:docMk/>
          <pc:sldMk cId="1268873129" sldId="277"/>
        </pc:sldMkLst>
        <pc:spChg chg="add mod">
          <ac:chgData name="Matthew Dodds" userId="80d5a6ea92063750" providerId="LiveId" clId="{614D3421-716A-4CB0-994B-C24DF82A0F6F}" dt="2025-12-08T06:27:34.644" v="421" actId="1076"/>
          <ac:spMkLst>
            <pc:docMk/>
            <pc:sldMk cId="1268873129" sldId="277"/>
            <ac:spMk id="3" creationId="{B31A8A6F-23DF-99DE-5881-D88ECE8C0FC6}"/>
          </ac:spMkLst>
        </pc:spChg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0" creationId="{52D6A382-466B-9ECF-1E72-1F6014E7685E}"/>
          </ac:spMkLst>
        </pc:spChg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1" creationId="{D8F80CFD-449B-85BE-AEDA-85D04DAA1DF1}"/>
          </ac:spMkLst>
        </pc:spChg>
        <pc:cxnChg chg="mod">
          <ac:chgData name="Matthew Dodds" userId="80d5a6ea92063750" providerId="LiveId" clId="{614D3421-716A-4CB0-994B-C24DF82A0F6F}" dt="2025-12-08T13:58:09.426" v="442" actId="1036"/>
          <ac:cxnSpMkLst>
            <pc:docMk/>
            <pc:sldMk cId="1268873129" sldId="277"/>
            <ac:cxnSpMk id="48" creationId="{FF6D2B49-459B-48ED-871D-8BEFA262D91F}"/>
          </ac:cxnSpMkLst>
        </pc:cxnChg>
      </pc:sldChg>
      <pc:sldChg chg="addSp delSp modSp mod">
        <pc:chgData name="Matthew Dodds" userId="80d5a6ea92063750" providerId="LiveId" clId="{614D3421-716A-4CB0-994B-C24DF82A0F6F}" dt="2025-12-08T06:27:54.476" v="427" actId="1076"/>
        <pc:sldMkLst>
          <pc:docMk/>
          <pc:sldMk cId="2371583876" sldId="278"/>
        </pc:sldMkLst>
        <pc:spChg chg="add mod">
          <ac:chgData name="Matthew Dodds" userId="80d5a6ea92063750" providerId="LiveId" clId="{614D3421-716A-4CB0-994B-C24DF82A0F6F}" dt="2025-12-08T06:27:54.476" v="427" actId="1076"/>
          <ac:spMkLst>
            <pc:docMk/>
            <pc:sldMk cId="2371583876" sldId="278"/>
            <ac:spMk id="5" creationId="{D428CFBC-ECD4-FA15-C921-E7BE60D235A2}"/>
          </ac:spMkLst>
        </pc:spChg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3" creationId="{830D4C07-1578-B10C-F468-1D0605A334F3}"/>
          </ac:spMkLst>
        </pc:spChg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4" creationId="{7D31E6F2-A294-E0B2-3F6B-4EBB99442F2F}"/>
          </ac:spMkLst>
        </pc:spChg>
      </pc:sldChg>
      <pc:sldChg chg="addSp delSp modSp mod">
        <pc:chgData name="Matthew Dodds" userId="80d5a6ea92063750" providerId="LiveId" clId="{614D3421-716A-4CB0-994B-C24DF82A0F6F}" dt="2025-12-08T06:27:47.401" v="424" actId="1076"/>
        <pc:sldMkLst>
          <pc:docMk/>
          <pc:sldMk cId="3480445554" sldId="279"/>
        </pc:sldMkLst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7" creationId="{36D59B9D-88CB-BCD3-481C-3A2E54D19BBC}"/>
          </ac:spMkLst>
        </pc:spChg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8" creationId="{BA5D483F-6FD0-4BB2-8F6B-B37564542FDB}"/>
          </ac:spMkLst>
        </pc:spChg>
        <pc:spChg chg="add mod">
          <ac:chgData name="Matthew Dodds" userId="80d5a6ea92063750" providerId="LiveId" clId="{614D3421-716A-4CB0-994B-C24DF82A0F6F}" dt="2025-12-08T06:27:47.401" v="424" actId="1076"/>
          <ac:spMkLst>
            <pc:docMk/>
            <pc:sldMk cId="3480445554" sldId="279"/>
            <ac:spMk id="72" creationId="{71901250-16DC-DCD7-2ECB-78A3868C36D4}"/>
          </ac:spMkLst>
        </pc:spChg>
        <pc:spChg chg="add mod">
          <ac:chgData name="Matthew Dodds" userId="80d5a6ea92063750" providerId="LiveId" clId="{614D3421-716A-4CB0-994B-C24DF82A0F6F}" dt="2025-12-07T10:30:55.675" v="116" actId="1076"/>
          <ac:spMkLst>
            <pc:docMk/>
            <pc:sldMk cId="3480445554" sldId="279"/>
            <ac:spMk id="74" creationId="{9921A843-D704-84EE-C8ED-7F6915EA8BDC}"/>
          </ac:spMkLst>
        </pc:spChg>
        <pc:grpChg chg="mod">
          <ac:chgData name="Matthew Dodds" userId="80d5a6ea92063750" providerId="LiveId" clId="{614D3421-716A-4CB0-994B-C24DF82A0F6F}" dt="2025-12-07T10:29:49.295" v="66" actId="1076"/>
          <ac:grpSpMkLst>
            <pc:docMk/>
            <pc:sldMk cId="3480445554" sldId="279"/>
            <ac:grpSpMk id="15" creationId="{CFF33B93-7FBC-2CE3-EAB0-88ECB0582B5A}"/>
          </ac:grpSpMkLst>
        </pc:grpChg>
        <pc:grpChg chg="mod">
          <ac:chgData name="Matthew Dodds" userId="80d5a6ea92063750" providerId="LiveId" clId="{614D3421-716A-4CB0-994B-C24DF82A0F6F}" dt="2025-12-07T10:29:49.295" v="66" actId="1076"/>
          <ac:grpSpMkLst>
            <pc:docMk/>
            <pc:sldMk cId="3480445554" sldId="279"/>
            <ac:grpSpMk id="82" creationId="{E4A9C635-081A-817E-05B1-4B8B13132B78}"/>
          </ac:grpSpMkLst>
        </pc:grpChg>
      </pc:sldChg>
      <pc:sldChg chg="addSp delSp modSp mod">
        <pc:chgData name="Matthew Dodds" userId="80d5a6ea92063750" providerId="LiveId" clId="{614D3421-716A-4CB0-994B-C24DF82A0F6F}" dt="2025-12-08T06:28:03.175" v="430" actId="1076"/>
        <pc:sldMkLst>
          <pc:docMk/>
          <pc:sldMk cId="3449670256" sldId="280"/>
        </pc:sldMkLst>
        <pc:spChg chg="add mod">
          <ac:chgData name="Matthew Dodds" userId="80d5a6ea92063750" providerId="LiveId" clId="{614D3421-716A-4CB0-994B-C24DF82A0F6F}" dt="2025-12-07T10:39:22.032" v="221" actId="14100"/>
          <ac:spMkLst>
            <pc:docMk/>
            <pc:sldMk cId="3449670256" sldId="280"/>
            <ac:spMk id="3" creationId="{7FCF06DF-B034-70FB-12D5-5D9A78421DB2}"/>
          </ac:spMkLst>
        </pc:spChg>
        <pc:spChg chg="add mod">
          <ac:chgData name="Matthew Dodds" userId="80d5a6ea92063750" providerId="LiveId" clId="{614D3421-716A-4CB0-994B-C24DF82A0F6F}" dt="2025-12-07T10:38:40.953" v="198" actId="1076"/>
          <ac:spMkLst>
            <pc:docMk/>
            <pc:sldMk cId="3449670256" sldId="280"/>
            <ac:spMk id="5" creationId="{0009D96E-FDC2-82C7-E181-443F8AF51486}"/>
          </ac:spMkLst>
        </pc:spChg>
        <pc:spChg chg="add mod">
          <ac:chgData name="Matthew Dodds" userId="80d5a6ea92063750" providerId="LiveId" clId="{614D3421-716A-4CB0-994B-C24DF82A0F6F}" dt="2025-12-08T06:28:03.175" v="430" actId="1076"/>
          <ac:spMkLst>
            <pc:docMk/>
            <pc:sldMk cId="3449670256" sldId="280"/>
            <ac:spMk id="8" creationId="{9C39EF30-00BF-480A-06A3-AE75E5D24457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9" creationId="{95D07245-3032-9E48-1A59-B1CFB22E462C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0" creationId="{EB909DD9-C36E-E2E6-52E9-95D0CD13CECC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3" creationId="{95327B99-AAEF-565D-2B2E-B57933851AE3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5" creationId="{9EDD1FF1-E68D-94BF-C380-F224CB2D6243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6" creationId="{E279A59B-AC2E-702F-3250-2184093CC7E2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8" creationId="{61709B39-8121-C152-F170-DD622AB4CF3E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19" creationId="{2DB48368-9272-8DA4-C708-26DBC3B62F4D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0" creationId="{7A4FCA0F-76AC-1425-7DDA-1E6000FC6090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1" creationId="{B732DF8C-26B2-33B1-81B5-C5D682224270}"/>
          </ac:spMkLst>
        </pc:spChg>
        <pc:spChg chg="mod">
          <ac:chgData name="Matthew Dodds" userId="80d5a6ea92063750" providerId="LiveId" clId="{614D3421-716A-4CB0-994B-C24DF82A0F6F}" dt="2025-12-07T10:38:57.342" v="206" actId="1036"/>
          <ac:spMkLst>
            <pc:docMk/>
            <pc:sldMk cId="3449670256" sldId="280"/>
            <ac:spMk id="22" creationId="{17950395-5DAE-7504-06B2-E073FAEEC32B}"/>
          </ac:spMkLst>
        </pc:spChg>
        <pc:spChg chg="mod">
          <ac:chgData name="Matthew Dodds" userId="80d5a6ea92063750" providerId="LiveId" clId="{614D3421-716A-4CB0-994B-C24DF82A0F6F}" dt="2025-12-07T10:39:16.094" v="220" actId="1036"/>
          <ac:spMkLst>
            <pc:docMk/>
            <pc:sldMk cId="3449670256" sldId="280"/>
            <ac:spMk id="36" creationId="{1A6569D4-6DED-9FB3-C1E1-9F8DFC639731}"/>
          </ac:spMkLst>
        </pc:spChg>
        <pc:spChg chg="add mod">
          <ac:chgData name="Matthew Dodds" userId="80d5a6ea92063750" providerId="LiveId" clId="{614D3421-716A-4CB0-994B-C24DF82A0F6F}" dt="2025-12-07T07:54:46.383" v="60" actId="692"/>
          <ac:spMkLst>
            <pc:docMk/>
            <pc:sldMk cId="3449670256" sldId="280"/>
            <ac:spMk id="37" creationId="{1D733AF2-713D-9CA5-3346-D0C39C6F9BD0}"/>
          </ac:spMkLst>
        </pc:spChg>
        <pc:spChg chg="add mod">
          <ac:chgData name="Matthew Dodds" userId="80d5a6ea92063750" providerId="LiveId" clId="{614D3421-716A-4CB0-994B-C24DF82A0F6F}" dt="2025-12-07T07:54:39.967" v="59" actId="207"/>
          <ac:spMkLst>
            <pc:docMk/>
            <pc:sldMk cId="3449670256" sldId="280"/>
            <ac:spMk id="38" creationId="{CDEF58FA-F570-35A9-8D76-3CF88FBB20D6}"/>
          </ac:spMkLst>
        </pc:spChg>
        <pc:grpChg chg="mod">
          <ac:chgData name="Matthew Dodds" userId="80d5a6ea92063750" providerId="LiveId" clId="{614D3421-716A-4CB0-994B-C24DF82A0F6F}" dt="2025-12-07T10:39:16.094" v="220" actId="1036"/>
          <ac:grpSpMkLst>
            <pc:docMk/>
            <pc:sldMk cId="3449670256" sldId="280"/>
            <ac:grpSpMk id="32" creationId="{A6182378-1B4F-7794-1EDC-19336E861840}"/>
          </ac:grpSpMkLst>
        </pc:grpChg>
        <pc:grpChg chg="mod">
          <ac:chgData name="Matthew Dodds" userId="80d5a6ea92063750" providerId="LiveId" clId="{614D3421-716A-4CB0-994B-C24DF82A0F6F}" dt="2025-12-07T10:39:16.094" v="220" actId="1036"/>
          <ac:grpSpMkLst>
            <pc:docMk/>
            <pc:sldMk cId="3449670256" sldId="280"/>
            <ac:grpSpMk id="33" creationId="{C25CA487-F7BF-78FC-D182-0983729B3825}"/>
          </ac:grpSpMkLst>
        </pc:grpChg>
      </pc:sldChg>
      <pc:sldChg chg="delSp modSp add mod ord">
        <pc:chgData name="Matthew Dodds" userId="80d5a6ea92063750" providerId="LiveId" clId="{614D3421-716A-4CB0-994B-C24DF82A0F6F}" dt="2025-12-08T06:29:47.190" v="438" actId="14838"/>
        <pc:sldMkLst>
          <pc:docMk/>
          <pc:sldMk cId="4264677433" sldId="281"/>
        </pc:sldMkLst>
        <pc:spChg chg="mod">
          <ac:chgData name="Matthew Dodds" userId="80d5a6ea92063750" providerId="LiveId" clId="{614D3421-716A-4CB0-994B-C24DF82A0F6F}" dt="2025-12-08T06:29:47.190" v="438" actId="14838"/>
          <ac:spMkLst>
            <pc:docMk/>
            <pc:sldMk cId="4264677433" sldId="281"/>
            <ac:spMk id="5" creationId="{4474B01D-8AA5-0F52-ACED-BFD4BD6F3D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0D0D"/>
            </a:gs>
            <a:gs pos="14000">
              <a:srgbClr val="2D2626"/>
            </a:gs>
            <a:gs pos="0">
              <a:schemeClr val="bg2">
                <a:lumMod val="25000"/>
              </a:schemeClr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8461-F6F4-567F-E232-BFA99D7E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AEE44-A988-9902-12A5-AF84E2BF0B61}"/>
              </a:ext>
            </a:extLst>
          </p:cNvPr>
          <p:cNvSpPr txBox="1"/>
          <p:nvPr/>
        </p:nvSpPr>
        <p:spPr>
          <a:xfrm>
            <a:off x="2167089" y="1900454"/>
            <a:ext cx="3935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461C13-75C0-DA41-F556-7E87F17199B5}"/>
              </a:ext>
            </a:extLst>
          </p:cNvPr>
          <p:cNvSpPr/>
          <p:nvPr/>
        </p:nvSpPr>
        <p:spPr>
          <a:xfrm>
            <a:off x="936000" y="1289792"/>
            <a:ext cx="1231089" cy="121453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4B01D-8AA5-0F52-ACED-BFD4BD6F3DD3}"/>
              </a:ext>
            </a:extLst>
          </p:cNvPr>
          <p:cNvSpPr txBox="1"/>
          <p:nvPr/>
        </p:nvSpPr>
        <p:spPr>
          <a:xfrm>
            <a:off x="2167089" y="4071794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D657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D65700">
                      <a:alpha val="43000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D13D3B-03C3-660E-3B9B-364754BFB2E6}"/>
              </a:ext>
            </a:extLst>
          </p:cNvPr>
          <p:cNvCxnSpPr>
            <a:cxnSpLocks/>
          </p:cNvCxnSpPr>
          <p:nvPr/>
        </p:nvCxnSpPr>
        <p:spPr>
          <a:xfrm>
            <a:off x="936000" y="2589090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67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9404-181B-B956-EAEB-342BC743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AFC69-F7A5-5694-E479-4D623FD269ED}"/>
              </a:ext>
            </a:extLst>
          </p:cNvPr>
          <p:cNvSpPr txBox="1"/>
          <p:nvPr/>
        </p:nvSpPr>
        <p:spPr>
          <a:xfrm>
            <a:off x="2167089" y="1900454"/>
            <a:ext cx="3935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E29F80-AB15-304A-A0EC-4E5C69454E48}"/>
              </a:ext>
            </a:extLst>
          </p:cNvPr>
          <p:cNvSpPr/>
          <p:nvPr/>
        </p:nvSpPr>
        <p:spPr>
          <a:xfrm>
            <a:off x="936000" y="1289792"/>
            <a:ext cx="1231089" cy="121453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AB63F-E4EB-FAA6-439C-0B270A2BEEAD}"/>
              </a:ext>
            </a:extLst>
          </p:cNvPr>
          <p:cNvSpPr txBox="1"/>
          <p:nvPr/>
        </p:nvSpPr>
        <p:spPr>
          <a:xfrm>
            <a:off x="2167089" y="4071794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6E3C-89EC-6FCC-7743-75E1D26DA8A0}"/>
              </a:ext>
            </a:extLst>
          </p:cNvPr>
          <p:cNvCxnSpPr>
            <a:cxnSpLocks/>
          </p:cNvCxnSpPr>
          <p:nvPr/>
        </p:nvCxnSpPr>
        <p:spPr>
          <a:xfrm>
            <a:off x="936000" y="2589090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8A8E8-C6E2-E267-08D3-8ECF430B341D}"/>
              </a:ext>
            </a:extLst>
          </p:cNvPr>
          <p:cNvSpPr txBox="1"/>
          <p:nvPr/>
        </p:nvSpPr>
        <p:spPr>
          <a:xfrm>
            <a:off x="3925126" y="4132715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1F18CA-665A-927D-1031-82750E4ADC11}"/>
              </a:ext>
            </a:extLst>
          </p:cNvPr>
          <p:cNvSpPr/>
          <p:nvPr/>
        </p:nvSpPr>
        <p:spPr>
          <a:xfrm>
            <a:off x="4798131" y="4119754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ACE2D-71D2-4B47-3687-0ECAF8DADDC6}"/>
              </a:ext>
            </a:extLst>
          </p:cNvPr>
          <p:cNvSpPr txBox="1"/>
          <p:nvPr/>
        </p:nvSpPr>
        <p:spPr>
          <a:xfrm>
            <a:off x="3925126" y="456424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75EA01-C642-DB0B-3FA2-EAE8F28D7B82}"/>
              </a:ext>
            </a:extLst>
          </p:cNvPr>
          <p:cNvSpPr/>
          <p:nvPr/>
        </p:nvSpPr>
        <p:spPr>
          <a:xfrm>
            <a:off x="4798131" y="4551286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A7D2FE-1EDC-540D-53FC-A64633FD50E0}"/>
              </a:ext>
            </a:extLst>
          </p:cNvPr>
          <p:cNvGrpSpPr/>
          <p:nvPr/>
        </p:nvGrpSpPr>
        <p:grpSpPr>
          <a:xfrm>
            <a:off x="4798131" y="4982818"/>
            <a:ext cx="3039308" cy="413329"/>
            <a:chOff x="5885838" y="3149016"/>
            <a:chExt cx="1324587" cy="41332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441878-7E53-61F3-968D-EE77B9019815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E64D29-517B-04C2-86CE-FB3CBC9E1B3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LOGIN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0DCDA29-DBFE-A936-0FBA-6D2A784CF5D9}"/>
              </a:ext>
            </a:extLst>
          </p:cNvPr>
          <p:cNvSpPr txBox="1"/>
          <p:nvPr/>
        </p:nvSpPr>
        <p:spPr>
          <a:xfrm>
            <a:off x="4694164" y="5448003"/>
            <a:ext cx="1302375" cy="1692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Forgot Password?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99090-D990-5212-75BB-F20B1DD648FD}"/>
              </a:ext>
            </a:extLst>
          </p:cNvPr>
          <p:cNvSpPr txBox="1"/>
          <p:nvPr/>
        </p:nvSpPr>
        <p:spPr>
          <a:xfrm>
            <a:off x="7151962" y="5460124"/>
            <a:ext cx="802717" cy="169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Remember Me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1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EFADC-4993-8BE9-C8C2-66FAA87D922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E0C1E6-40C9-3EED-6FD8-5FE922350899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A74E7-8287-FB84-F0B5-0870B01E332A}"/>
              </a:ext>
            </a:extLst>
          </p:cNvPr>
          <p:cNvSpPr txBox="1"/>
          <p:nvPr/>
        </p:nvSpPr>
        <p:spPr>
          <a:xfrm>
            <a:off x="5201053" y="6510071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00601-96AD-1CBE-81AA-02ED2B4AEEA4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B0354-273E-5FD3-8977-9FA23727B4E3}"/>
              </a:ext>
            </a:extLst>
          </p:cNvPr>
          <p:cNvSpPr txBox="1"/>
          <p:nvPr/>
        </p:nvSpPr>
        <p:spPr>
          <a:xfrm>
            <a:off x="4887762" y="1287226"/>
            <a:ext cx="2569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8FADB-0C69-C514-AA34-3D3165DC8AE7}"/>
              </a:ext>
            </a:extLst>
          </p:cNvPr>
          <p:cNvSpPr txBox="1"/>
          <p:nvPr/>
        </p:nvSpPr>
        <p:spPr>
          <a:xfrm>
            <a:off x="1653564" y="1868783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7CDE5-11A3-82C7-812E-3516608B77D5}"/>
              </a:ext>
            </a:extLst>
          </p:cNvPr>
          <p:cNvSpPr txBox="1"/>
          <p:nvPr/>
        </p:nvSpPr>
        <p:spPr>
          <a:xfrm>
            <a:off x="1653563" y="2246030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49973-8356-4CA4-FB4F-D22A80F168E2}"/>
              </a:ext>
            </a:extLst>
          </p:cNvPr>
          <p:cNvSpPr txBox="1"/>
          <p:nvPr/>
        </p:nvSpPr>
        <p:spPr>
          <a:xfrm>
            <a:off x="1653563" y="2664007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275A9-C2BB-CBA0-CDF9-DACF303EE098}"/>
              </a:ext>
            </a:extLst>
          </p:cNvPr>
          <p:cNvSpPr txBox="1"/>
          <p:nvPr/>
        </p:nvSpPr>
        <p:spPr>
          <a:xfrm>
            <a:off x="3480130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E80F1-FBD0-86DF-01C4-7012B31DBB52}"/>
              </a:ext>
            </a:extLst>
          </p:cNvPr>
          <p:cNvSpPr txBox="1"/>
          <p:nvPr/>
        </p:nvSpPr>
        <p:spPr>
          <a:xfrm>
            <a:off x="1653562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911A5-BFEF-F54D-51B4-3363DA266E99}"/>
              </a:ext>
            </a:extLst>
          </p:cNvPr>
          <p:cNvSpPr txBox="1"/>
          <p:nvPr/>
        </p:nvSpPr>
        <p:spPr>
          <a:xfrm>
            <a:off x="1653562" y="3530119"/>
            <a:ext cx="956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Developer: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8A6843-FB84-8783-6046-213E49E00B8C}"/>
              </a:ext>
            </a:extLst>
          </p:cNvPr>
          <p:cNvSpPr/>
          <p:nvPr/>
        </p:nvSpPr>
        <p:spPr>
          <a:xfrm>
            <a:off x="2526569" y="1855822"/>
            <a:ext cx="3039308" cy="261609"/>
          </a:xfrm>
          <a:prstGeom prst="roundRect">
            <a:avLst>
              <a:gd name="adj" fmla="val 6336"/>
            </a:avLst>
          </a:prstGeom>
          <a:noFill/>
          <a:ln w="1270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2F8FA-2D86-D539-B5B7-FD365C570246}"/>
              </a:ext>
            </a:extLst>
          </p:cNvPr>
          <p:cNvSpPr/>
          <p:nvPr/>
        </p:nvSpPr>
        <p:spPr>
          <a:xfrm>
            <a:off x="2526569" y="2231391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3CFE17-A4EC-42B1-EDFE-D59BAB9F4175}"/>
              </a:ext>
            </a:extLst>
          </p:cNvPr>
          <p:cNvSpPr/>
          <p:nvPr/>
        </p:nvSpPr>
        <p:spPr>
          <a:xfrm>
            <a:off x="2526569" y="266012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3FEBD3-0088-6E84-BB01-7C83E7A2A4D1}"/>
              </a:ext>
            </a:extLst>
          </p:cNvPr>
          <p:cNvSpPr/>
          <p:nvPr/>
        </p:nvSpPr>
        <p:spPr>
          <a:xfrm>
            <a:off x="2526567" y="3067594"/>
            <a:ext cx="1038627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2C0724-E7F2-7501-5657-E635E9E4D0EC}"/>
              </a:ext>
            </a:extLst>
          </p:cNvPr>
          <p:cNvSpPr/>
          <p:nvPr/>
        </p:nvSpPr>
        <p:spPr>
          <a:xfrm>
            <a:off x="2526569" y="350784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95F44B-9C12-54EB-EFF6-28D3E7473D96}"/>
              </a:ext>
            </a:extLst>
          </p:cNvPr>
          <p:cNvSpPr/>
          <p:nvPr/>
        </p:nvSpPr>
        <p:spPr>
          <a:xfrm>
            <a:off x="4167318" y="3063191"/>
            <a:ext cx="1398559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510C1-DB08-9E4E-3B85-5F2BB45902FD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8DBC25-9202-230C-42EF-7854F955F91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E5F1594-B012-25CA-4983-3D809FED4C5F}"/>
              </a:ext>
            </a:extLst>
          </p:cNvPr>
          <p:cNvGrpSpPr/>
          <p:nvPr/>
        </p:nvGrpSpPr>
        <p:grpSpPr>
          <a:xfrm>
            <a:off x="124618" y="666365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997FA6-D161-C276-ABC1-C1083E5A76AA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78CE5DE-E50C-639F-54C9-F510E1D54B32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AD7DB08-D882-8A04-4242-5146CB2DD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19D88B7-3CC7-C445-5305-99EDEE2E5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ECF532-D626-22B6-9208-B7D4237D62BB}"/>
              </a:ext>
            </a:extLst>
          </p:cNvPr>
          <p:cNvCxnSpPr/>
          <p:nvPr/>
        </p:nvCxnSpPr>
        <p:spPr>
          <a:xfrm>
            <a:off x="243232" y="70587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B7B701-8371-BA43-5F8E-F0C75BD362EB}"/>
              </a:ext>
            </a:extLst>
          </p:cNvPr>
          <p:cNvGrpSpPr/>
          <p:nvPr/>
        </p:nvGrpSpPr>
        <p:grpSpPr>
          <a:xfrm>
            <a:off x="1653563" y="4170715"/>
            <a:ext cx="3912314" cy="338554"/>
            <a:chOff x="3780074" y="3851999"/>
            <a:chExt cx="3912314" cy="33855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B7DA2E-BDAF-C93E-AEF9-C2EBBA34272A}"/>
                </a:ext>
              </a:extLst>
            </p:cNvPr>
            <p:cNvSpPr txBox="1"/>
            <p:nvPr/>
          </p:nvSpPr>
          <p:spPr>
            <a:xfrm>
              <a:off x="3780074" y="3851999"/>
              <a:ext cx="846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Select Course: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8F2DDD1-A5AB-FCA7-08B7-A94FDB86146E}"/>
                </a:ext>
              </a:extLst>
            </p:cNvPr>
            <p:cNvSpPr/>
            <p:nvPr/>
          </p:nvSpPr>
          <p:spPr>
            <a:xfrm>
              <a:off x="4653080" y="3905680"/>
              <a:ext cx="3039308" cy="26160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B43A00E-5BC3-D7E4-B5CF-31FED862D98C}"/>
                </a:ext>
              </a:extLst>
            </p:cNvPr>
            <p:cNvSpPr/>
            <p:nvPr/>
          </p:nvSpPr>
          <p:spPr>
            <a:xfrm rot="17976276">
              <a:off x="7575133" y="3996978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BE4071-ACB0-68EC-6442-1E39DEDF6F87}"/>
              </a:ext>
            </a:extLst>
          </p:cNvPr>
          <p:cNvSpPr txBox="1"/>
          <p:nvPr/>
        </p:nvSpPr>
        <p:spPr>
          <a:xfrm>
            <a:off x="6486141" y="3388999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Description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7EC3CB-A0BC-3321-0ECA-F47AE7F4532D}"/>
              </a:ext>
            </a:extLst>
          </p:cNvPr>
          <p:cNvGrpSpPr/>
          <p:nvPr/>
        </p:nvGrpSpPr>
        <p:grpSpPr>
          <a:xfrm>
            <a:off x="6626125" y="1851730"/>
            <a:ext cx="3476305" cy="1525099"/>
            <a:chOff x="6587519" y="1926047"/>
            <a:chExt cx="3039308" cy="1525099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1A2EF61-9FE9-6265-9CFC-90F892CC807D}"/>
                </a:ext>
              </a:extLst>
            </p:cNvPr>
            <p:cNvSpPr/>
            <p:nvPr/>
          </p:nvSpPr>
          <p:spPr>
            <a:xfrm>
              <a:off x="6587519" y="1926047"/>
              <a:ext cx="3039308" cy="152509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2348F36-8302-A025-9706-2B3CEAC538EC}"/>
                </a:ext>
              </a:extLst>
            </p:cNvPr>
            <p:cNvSpPr/>
            <p:nvPr/>
          </p:nvSpPr>
          <p:spPr>
            <a:xfrm>
              <a:off x="9507966" y="2896880"/>
              <a:ext cx="76200" cy="4199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EAC8404-93F0-A9DB-1216-A39B9B703F2D}"/>
                </a:ext>
              </a:extLst>
            </p:cNvPr>
            <p:cNvSpPr/>
            <p:nvPr/>
          </p:nvSpPr>
          <p:spPr>
            <a:xfrm rot="10800000">
              <a:off x="9507966" y="3355220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07A5A72D-9522-81F9-4B39-36937639B0EC}"/>
                </a:ext>
              </a:extLst>
            </p:cNvPr>
            <p:cNvSpPr/>
            <p:nvPr/>
          </p:nvSpPr>
          <p:spPr>
            <a:xfrm rot="14465891">
              <a:off x="9506042" y="1982939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E172402-A550-9056-AC96-3C329D09879F}"/>
              </a:ext>
            </a:extLst>
          </p:cNvPr>
          <p:cNvGrpSpPr/>
          <p:nvPr/>
        </p:nvGrpSpPr>
        <p:grpSpPr>
          <a:xfrm>
            <a:off x="4903180" y="4602083"/>
            <a:ext cx="662697" cy="206688"/>
            <a:chOff x="4451258" y="4629033"/>
            <a:chExt cx="662697" cy="27579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4F74054-8F71-9B07-7107-9CE92D55897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AAFA8F-4A33-68E9-16F8-DC2C52001554}"/>
                </a:ext>
              </a:extLst>
            </p:cNvPr>
            <p:cNvSpPr txBox="1"/>
            <p:nvPr/>
          </p:nvSpPr>
          <p:spPr>
            <a:xfrm>
              <a:off x="4536013" y="4629033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450209-85B8-369E-6A6D-B60F442BB948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973BF55-9528-A523-7963-E9781CDF28EF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D74D08-4448-09A4-B041-947837F11650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3185885-D9EE-D21D-A9AF-1EEA0F56B1C1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754B144-FDA0-E36B-AEAF-EEB597FB5517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EEF6DF0-C7BD-5CAD-D889-99A349766A2D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51E72D8-12A4-D769-AA83-4ACE7E302F42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48AE97B-0EC1-7BA6-A1B2-7A7318645610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03B746A-D46B-71AE-4A9E-DA70FBAEFB02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A370A75-E84F-81CE-E102-7D7E2EAB497E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F8EA633-CE13-A8E5-A1B3-1F848C07E86B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6DAB77-F183-22CB-4C9D-62737FEA1E4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8100CBE-B2B1-5A8B-B87E-A5748D550FAC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7B198DC-71F8-849A-E63B-2DC9B554F7E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7C3842D-482D-7CC9-0A91-3E3C6E7BAC0E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86F3DBF-724F-C57E-2C68-51B7AD0B3F7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144A10A-D25D-D64E-B58B-209B151CFBF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B6086EB-2972-27B0-25A1-308A02A0B58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AA312E-0EC7-6E3E-4ADB-C64A1E74565F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8040C02-664C-7D7D-8CFA-FA0F3B81F654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505C60E-7286-1F05-3D14-E3FDE1A005F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1C46E54-3B44-9728-F5B3-2F758DE6F3B7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A99A1CC4-6C50-C8A1-351D-F2F5ADE8743F}"/>
              </a:ext>
            </a:extLst>
          </p:cNvPr>
          <p:cNvSpPr/>
          <p:nvPr/>
        </p:nvSpPr>
        <p:spPr>
          <a:xfrm>
            <a:off x="7355633" y="1319719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1B5719-FF29-87A3-BDC8-02286547D2C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51991A-54B6-BC99-1C6B-351DBDD51FA6}"/>
              </a:ext>
            </a:extLst>
          </p:cNvPr>
          <p:cNvSpPr txBox="1"/>
          <p:nvPr/>
        </p:nvSpPr>
        <p:spPr>
          <a:xfrm>
            <a:off x="4853993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BA0DE86-8C0B-EAA7-9193-60746516F6CA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14B74E-1029-AF6B-DD60-D1E832CB15E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6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9656-EF07-720B-DD5E-80FD167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F51D6-0D37-4F50-01C2-91020CF13E89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C66393-ADE7-2FDA-BE40-15CF7019B007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10BFE-34D7-8AAC-0B8F-E2ACE0759117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9BB47-C05E-651B-E035-5A78F4808DD3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F1294-8053-F648-EB4E-6D4C89110AB0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CONTENT SCALAR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2249D-BEFD-1291-D80F-ADD591588B56}"/>
              </a:ext>
            </a:extLst>
          </p:cNvPr>
          <p:cNvSpPr txBox="1"/>
          <p:nvPr/>
        </p:nvSpPr>
        <p:spPr>
          <a:xfrm>
            <a:off x="189342" y="2063638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40DA38-4F0B-CC29-C437-B8F463CB585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CCB93C-AD7B-DDE4-B9EE-E995B2291A7C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0B1EA1-46CA-D572-C997-9AEC128AE6A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2F44D3-C245-C3A8-3C52-1A976555E327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686AFEB-2572-B6D0-B2F4-326DC8806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849D3D-5340-DF03-98CB-CF0798DDA468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535986-F195-95EF-E774-5EC24F2C779F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27B929-0FF1-2FAB-3477-8F22328C04A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1937267-3570-A3DD-50B8-504DC07F1C55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79C51F5-5E49-AEFB-EB0C-EE99AE613E97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8CD30B-CDFD-1B78-F016-49C1C5CD436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8394DE5-70E3-63B2-25E0-054E5C7F8E57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BE9D26-6806-9DF6-CC3B-7A1B4888ADC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5D967E7-BE39-CA3E-E0BB-64128BEA532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E26E05C-4434-B110-0920-6F7A6AEB8CB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114A5A6-6A82-57EB-0411-C41D6AF7BFD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415BFC3-809D-6A6F-273B-4D49B7C3ED7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E27BE41-1417-3125-DD6E-05672BC04885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0FDF13D-26F7-3D41-6C5E-C5A3294A6FD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CF4B44-6819-3125-4BA1-22E7A0453C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9BF3EB7-F075-F87D-41DE-216EB88BF7C6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9A568-1FF7-ABB4-2A26-0DD39102A771}"/>
              </a:ext>
            </a:extLst>
          </p:cNvPr>
          <p:cNvSpPr txBox="1"/>
          <p:nvPr/>
        </p:nvSpPr>
        <p:spPr>
          <a:xfrm>
            <a:off x="2576258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08ED02-86DA-0426-BE83-D741EEF4173D}"/>
              </a:ext>
            </a:extLst>
          </p:cNvPr>
          <p:cNvSpPr txBox="1"/>
          <p:nvPr/>
        </p:nvSpPr>
        <p:spPr>
          <a:xfrm>
            <a:off x="4932459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	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9876D7-460C-C3C9-4203-318CB24FE124}"/>
              </a:ext>
            </a:extLst>
          </p:cNvPr>
          <p:cNvSpPr txBox="1"/>
          <p:nvPr/>
        </p:nvSpPr>
        <p:spPr>
          <a:xfrm>
            <a:off x="7325185" y="2073249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8B99B0-4235-2FB1-E44B-EEEE47FD5055}"/>
              </a:ext>
            </a:extLst>
          </p:cNvPr>
          <p:cNvSpPr txBox="1"/>
          <p:nvPr/>
        </p:nvSpPr>
        <p:spPr>
          <a:xfrm>
            <a:off x="9615742" y="2075611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Performance Criteria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60C2C7-88A2-9BC4-1B43-A04D21D8A9D7}"/>
              </a:ext>
            </a:extLst>
          </p:cNvPr>
          <p:cNvCxnSpPr>
            <a:cxnSpLocks/>
          </p:cNvCxnSpPr>
          <p:nvPr/>
        </p:nvCxnSpPr>
        <p:spPr>
          <a:xfrm>
            <a:off x="243232" y="1841860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F6D2B49-459B-48ED-871D-8BEFA262D91F}"/>
              </a:ext>
            </a:extLst>
          </p:cNvPr>
          <p:cNvCxnSpPr>
            <a:cxnSpLocks/>
          </p:cNvCxnSpPr>
          <p:nvPr/>
        </p:nvCxnSpPr>
        <p:spPr>
          <a:xfrm>
            <a:off x="243232" y="2637550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DA524D-7B64-C468-06B1-6DDBE34538A5}"/>
              </a:ext>
            </a:extLst>
          </p:cNvPr>
          <p:cNvGrpSpPr/>
          <p:nvPr/>
        </p:nvGrpSpPr>
        <p:grpSpPr>
          <a:xfrm>
            <a:off x="180482" y="2784334"/>
            <a:ext cx="11884276" cy="570477"/>
            <a:chOff x="191274" y="2719775"/>
            <a:chExt cx="11884276" cy="57047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870A2F-4EAA-A604-9EF1-461B750BB729}"/>
                </a:ext>
              </a:extLst>
            </p:cNvPr>
            <p:cNvSpPr txBox="1"/>
            <p:nvPr/>
          </p:nvSpPr>
          <p:spPr>
            <a:xfrm>
              <a:off x="191274" y="276733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Explain…</a:t>
              </a: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Describe…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F344F4-F034-417D-2A51-89CF65D025BE}"/>
                </a:ext>
              </a:extLst>
            </p:cNvPr>
            <p:cNvSpPr txBox="1"/>
            <p:nvPr/>
          </p:nvSpPr>
          <p:spPr>
            <a:xfrm>
              <a:off x="2587050" y="276517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 1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4E3955-545D-9537-AF9A-053CA28BD880}"/>
                </a:ext>
              </a:extLst>
            </p:cNvPr>
            <p:cNvSpPr txBox="1"/>
            <p:nvPr/>
          </p:nvSpPr>
          <p:spPr>
            <a:xfrm>
              <a:off x="4982826" y="2719775"/>
              <a:ext cx="1439795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Relevance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2.1   The beginnings 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2.2   Famous Cases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2C0417-B8A2-55A9-C8EC-07D0A9DBFE62}"/>
                </a:ext>
              </a:extLst>
            </p:cNvPr>
            <p:cNvSpPr txBox="1"/>
            <p:nvPr/>
          </p:nvSpPr>
          <p:spPr>
            <a:xfrm>
              <a:off x="7335977" y="2736254"/>
              <a:ext cx="1912502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1.2.1   Example 4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1.2.2   Example 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4345AB-AD21-E9AD-25A8-3877A5BF3852}"/>
                </a:ext>
              </a:extLst>
            </p:cNvPr>
            <p:cNvSpPr txBox="1"/>
            <p:nvPr/>
          </p:nvSpPr>
          <p:spPr>
            <a:xfrm>
              <a:off x="9689375" y="2719775"/>
              <a:ext cx="2386175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Can explain concepts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Understands relevance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1E7767-A87A-0A40-5B24-53084442D649}"/>
              </a:ext>
            </a:extLst>
          </p:cNvPr>
          <p:cNvGrpSpPr/>
          <p:nvPr/>
        </p:nvGrpSpPr>
        <p:grpSpPr>
          <a:xfrm>
            <a:off x="199842" y="1895965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44D6C8-40A7-EECF-7121-D02AE8D8D947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60DFF689-39AB-EBE7-83CC-BF78DF317019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E39BE95-2142-EE05-88CD-4F80B0B4483C}"/>
              </a:ext>
            </a:extLst>
          </p:cNvPr>
          <p:cNvGrpSpPr/>
          <p:nvPr/>
        </p:nvGrpSpPr>
        <p:grpSpPr>
          <a:xfrm>
            <a:off x="250913" y="2208917"/>
            <a:ext cx="11736886" cy="291871"/>
            <a:chOff x="282542" y="2758708"/>
            <a:chExt cx="11736886" cy="291871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A8764CF3-69E7-94F5-9CA2-2121BE813BC3}"/>
                </a:ext>
              </a:extLst>
            </p:cNvPr>
            <p:cNvSpPr/>
            <p:nvPr/>
          </p:nvSpPr>
          <p:spPr>
            <a:xfrm>
              <a:off x="2643909" y="2763574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57EA7CE-32C9-DD92-302F-4E6FC9EF67CF}"/>
                </a:ext>
              </a:extLst>
            </p:cNvPr>
            <p:cNvSpPr/>
            <p:nvPr/>
          </p:nvSpPr>
          <p:spPr>
            <a:xfrm>
              <a:off x="282542" y="2758708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ADA1306-D988-F040-ABCA-665339886007}"/>
                </a:ext>
              </a:extLst>
            </p:cNvPr>
            <p:cNvSpPr/>
            <p:nvPr/>
          </p:nvSpPr>
          <p:spPr>
            <a:xfrm>
              <a:off x="7366643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4C6AEF2-51D5-EDDB-A93E-B03A9652B01F}"/>
                </a:ext>
              </a:extLst>
            </p:cNvPr>
            <p:cNvSpPr/>
            <p:nvPr/>
          </p:nvSpPr>
          <p:spPr>
            <a:xfrm>
              <a:off x="5005276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1182CEA-2B04-446F-1C24-73AE1333683F}"/>
                </a:ext>
              </a:extLst>
            </p:cNvPr>
            <p:cNvSpPr/>
            <p:nvPr/>
          </p:nvSpPr>
          <p:spPr>
            <a:xfrm>
              <a:off x="9716063" y="2773580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6BCD107-B4D1-8A4B-8892-D1A16E9C68C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592B5557-97B3-EE91-2566-95F521774672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30BD97B-5CE6-B620-6F90-295B805E5705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2828FD-F8B9-67E6-980C-D2E78DDDF85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2DAA68D-21AB-4672-0D50-9B94E1160061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01F24F8-A4B6-732E-5D74-E29C3CE633C8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F9CFC98-23CE-54D0-AE7E-1C2DFC84A4CD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165E1DD-D95E-5D02-2C8C-C2CBB9B47E2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393241A-8FB1-69D9-FD5A-20FF194BEC76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E3128D9-E785-3E75-D32F-17D9007EF4AC}"/>
              </a:ext>
            </a:extLst>
          </p:cNvPr>
          <p:cNvSpPr txBox="1"/>
          <p:nvPr/>
        </p:nvSpPr>
        <p:spPr>
          <a:xfrm>
            <a:off x="5445463" y="1526316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FFC750B-9C9B-0DCE-B111-07E11DEEDC08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2D6A382-466B-9ECF-1E72-1F6014E7685E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8F80CFD-449B-85BE-AEDA-85D04DAA1DF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1A8A6F-23DF-99DE-5881-D88ECE8C0FC6}"/>
              </a:ext>
            </a:extLst>
          </p:cNvPr>
          <p:cNvSpPr/>
          <p:nvPr/>
        </p:nvSpPr>
        <p:spPr>
          <a:xfrm>
            <a:off x="7401898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7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C65-7E10-51D9-D459-48A53C7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58686-9153-95AC-6E44-55EC6B87FD3E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DD453-D2C7-5165-758F-1848FBE4DCAE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96084-D424-ACEE-70F2-EA806417E8DF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C8DC3-DA49-875D-43C5-811FFD832E1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0C5175-6A41-E2FD-F2D9-55AA65CDB398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</a:t>
            </a:r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1DDC6-0FCE-54F3-EBDE-ED8DE53DAF54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1C15-A756-A0E2-A2C4-F14A19DB1012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CD054-EF7B-4564-BAD6-5C90FE90AD9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1A61B-0F9F-755C-5CF1-FEAAFF5028FF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94D292-C6E7-24DD-55F7-49E17CBD4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F3C5FA-8228-99CE-0F41-A7AA985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E76BA5-A1C8-6EB6-5389-38B1BB913885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4AD615-6F57-164B-1868-3986BE79A08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980677E-B5B7-0380-68D2-DCEA44C1D0E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185EE0-4272-D608-DE4A-2C4B8F5B9F7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35E31B-4E32-617B-1320-5CA519C3206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B69945-C847-CD89-3CB9-F337C8D3995D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BB68A35-4212-CBCB-5099-F0A3DE86AB2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6AE28A-E111-AAB2-B788-71A9E3FF9192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36D875-93B0-7BE3-FA43-49C9F552E599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017DA65-D6BB-8C4F-0E78-873AFC97C4BB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FF767B1-CEAA-38DC-206B-335E33A9367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A834CD1-8F20-5B76-D74E-50F7429B461C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27A74E-273C-1C61-9FD1-F200BAA4DFD2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1AF308D-2FAC-52A4-9762-78DE7D6FE2D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1E55F-877D-857C-4D43-2BCFFF938A1C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61E9C-EB7C-73BC-2908-9920C5885E7D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A9C635-081A-817E-05B1-4B8B13132B78}"/>
              </a:ext>
            </a:extLst>
          </p:cNvPr>
          <p:cNvGrpSpPr/>
          <p:nvPr/>
        </p:nvGrpSpPr>
        <p:grpSpPr>
          <a:xfrm>
            <a:off x="2832476" y="181021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2EB3E7-20F0-8263-3C51-10E7E907B4EA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79B99663-F628-57F4-2C63-97AE3DAC0FD1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5C56BE-9304-E80A-7FE1-4D3C17DDD22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CA4415-55EC-1383-B17F-7CD153A2D2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E9776F2-783E-D216-B71B-0CB1F0BC4EB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3AC318-F354-5578-E075-62A113CE65E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829DAB4-C754-BEE7-AB1A-E09B660F3FF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E56AD0-9B8E-7CBF-507F-59024E32E23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8C7571-59F9-FC0A-20D8-A3C83CA77594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7E669FE-411D-4BFC-B236-B3E947E5E3C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3C541F1-9738-E411-7C6B-868AAAD22E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F33B93-7FBC-2CE3-EAB0-88ECB0582B5A}"/>
              </a:ext>
            </a:extLst>
          </p:cNvPr>
          <p:cNvGrpSpPr/>
          <p:nvPr/>
        </p:nvGrpSpPr>
        <p:grpSpPr>
          <a:xfrm>
            <a:off x="4203450" y="1671517"/>
            <a:ext cx="4726303" cy="357735"/>
            <a:chOff x="1570816" y="1756262"/>
            <a:chExt cx="4726303" cy="3577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101DB3-0BA3-B936-4D3A-3297019222C4}"/>
                </a:ext>
              </a:extLst>
            </p:cNvPr>
            <p:cNvSpPr txBox="1"/>
            <p:nvPr/>
          </p:nvSpPr>
          <p:spPr>
            <a:xfrm>
              <a:off x="1590239" y="1925899"/>
              <a:ext cx="1103562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81F2C2-9BF0-CF5B-1FCB-FA882D7A8D46}"/>
                </a:ext>
              </a:extLst>
            </p:cNvPr>
            <p:cNvSpPr txBox="1"/>
            <p:nvPr/>
          </p:nvSpPr>
          <p:spPr>
            <a:xfrm>
              <a:off x="3957732" y="1923945"/>
              <a:ext cx="1439795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7E3005-1886-3479-48EB-76313C8F4141}"/>
                </a:ext>
              </a:extLst>
            </p:cNvPr>
            <p:cNvGrpSpPr/>
            <p:nvPr/>
          </p:nvGrpSpPr>
          <p:grpSpPr>
            <a:xfrm>
              <a:off x="1570816" y="1756262"/>
              <a:ext cx="4726303" cy="357735"/>
              <a:chOff x="189342" y="2063638"/>
              <a:chExt cx="4726303" cy="3505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314D1-54A5-8EA6-1CE0-1BDE49FCEB11}"/>
                  </a:ext>
                </a:extLst>
              </p:cNvPr>
              <p:cNvSpPr txBox="1"/>
              <p:nvPr/>
            </p:nvSpPr>
            <p:spPr>
              <a:xfrm>
                <a:off x="189342" y="2063638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rgbClr val="FF6600"/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Lesson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02D47-D392-29AA-6FDD-B945FD9A5CA5}"/>
                  </a:ext>
                </a:extLst>
              </p:cNvPr>
              <p:cNvSpPr txBox="1"/>
              <p:nvPr/>
            </p:nvSpPr>
            <p:spPr>
              <a:xfrm>
                <a:off x="2576258" y="2072347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Topic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62ADE97-A675-1412-BD32-DE2BD1C56FEB}"/>
                  </a:ext>
                </a:extLst>
              </p:cNvPr>
              <p:cNvSpPr/>
              <p:nvPr/>
            </p:nvSpPr>
            <p:spPr>
              <a:xfrm>
                <a:off x="2612280" y="2213783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D52759-3500-1BF4-652D-54460E5DB3C0}"/>
                  </a:ext>
                </a:extLst>
              </p:cNvPr>
              <p:cNvSpPr/>
              <p:nvPr/>
            </p:nvSpPr>
            <p:spPr>
              <a:xfrm>
                <a:off x="250913" y="2208917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DCA82D2-4F6C-2278-76D0-CE9EBB41BA66}"/>
                  </a:ext>
                </a:extLst>
              </p:cNvPr>
              <p:cNvSpPr/>
              <p:nvPr/>
            </p:nvSpPr>
            <p:spPr>
              <a:xfrm rot="17976276">
                <a:off x="2442145" y="226393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3E8D3B76-A040-FE54-D8C1-36BA4F5750E2}"/>
                  </a:ext>
                </a:extLst>
              </p:cNvPr>
              <p:cNvSpPr/>
              <p:nvPr/>
            </p:nvSpPr>
            <p:spPr>
              <a:xfrm rot="17976276">
                <a:off x="4801792" y="2273711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41D08D-B6D0-1250-5BC6-9DDCD7902A71}"/>
              </a:ext>
            </a:extLst>
          </p:cNvPr>
          <p:cNvGrpSpPr/>
          <p:nvPr/>
        </p:nvGrpSpPr>
        <p:grpSpPr>
          <a:xfrm>
            <a:off x="60233" y="2506965"/>
            <a:ext cx="2303365" cy="3115492"/>
            <a:chOff x="272893" y="2421901"/>
            <a:chExt cx="2303365" cy="311549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E4A65C-F073-625C-9842-33E3A259DF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 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A7C6FD0-97F2-2BA4-42CB-2A90FF563B0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88384D-D056-12B3-C2B5-F7AAD2E898CC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15A849-6A2C-2D33-8B69-505749C95B83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D61596A-8317-AAC3-771F-A970CF669658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7893292-F5A7-6DA5-4AFD-4E6E2BF6DEB2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6692DA0-20BE-679C-50B1-E253C27AF423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B7178F32-DDE4-818D-9E68-FD9C0804BC1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ADAE90-4685-8087-0259-A5B7C369F002}"/>
              </a:ext>
            </a:extLst>
          </p:cNvPr>
          <p:cNvGrpSpPr/>
          <p:nvPr/>
        </p:nvGrpSpPr>
        <p:grpSpPr>
          <a:xfrm>
            <a:off x="2544161" y="2499879"/>
            <a:ext cx="2303365" cy="3115492"/>
            <a:chOff x="272893" y="2421901"/>
            <a:chExt cx="2303365" cy="31154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2D282-9AFF-9AF8-8E73-A7918582D72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7091E-9A32-870B-2FDB-E9683AC62ED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A50FB4-F9B2-452D-FE43-F9F11E9E3E0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E0D805-994A-4A31-C462-06D09941959E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0DD9FEA-0D05-A939-0294-3EED31EF0E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47E5D00-F524-5011-747E-23F996FA7076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E74F0F35-BBAE-5D50-9487-A4544A0D6288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A90E145-5481-7D45-33A6-CBA7C3A765B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1A4114-E9B3-5DE7-6B5D-0FA76F970CAB}"/>
              </a:ext>
            </a:extLst>
          </p:cNvPr>
          <p:cNvGrpSpPr/>
          <p:nvPr/>
        </p:nvGrpSpPr>
        <p:grpSpPr>
          <a:xfrm>
            <a:off x="4986051" y="2499879"/>
            <a:ext cx="2303365" cy="3115492"/>
            <a:chOff x="272893" y="2421901"/>
            <a:chExt cx="2303365" cy="311549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036F16-1160-EB1A-A32D-9F3D3EC14B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E15430-F463-D8F3-10B0-146AEEE2F1A1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2EE1F7-7727-F399-0B38-B1B0104A6CAE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43298D-2263-D28F-5D85-91B57B2F9D67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93D3E48-72E1-22DE-2FF0-9E869807FF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D7ECD3B-E59E-0D23-F02C-ADF8E859FE11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93297E8-5536-66C3-146F-6857C33F88FA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D7703716-9266-5F12-AC8F-8A53F76CACAF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B1043E2-1C9E-BF63-7C94-ACF47FC0688E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1B82B-0DE1-3603-E174-EDF997CD4ACB}"/>
              </a:ext>
            </a:extLst>
          </p:cNvPr>
          <p:cNvGrpSpPr/>
          <p:nvPr/>
        </p:nvGrpSpPr>
        <p:grpSpPr>
          <a:xfrm>
            <a:off x="7388701" y="2503954"/>
            <a:ext cx="2303365" cy="3115492"/>
            <a:chOff x="272893" y="2421901"/>
            <a:chExt cx="2303365" cy="31154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7EB7D-D861-3616-9AF3-742FEF87E115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C20E78-7A9B-0D02-8854-6C71D2475244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CF8124-AAB9-3440-CCF6-8D27C29C1842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1BE3C0-DDE5-67B4-8892-F26670D6733F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363343B-BE1A-236A-16C3-9102DD3EBCA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0C7D88-249C-95DD-30EE-BD3C1671AF8F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24E17BD-2374-989C-4DE7-E3F383CF75B5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CBF13CC-00A0-98F5-4DA0-076B4A892AA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DDAD7-2621-016F-1B0B-30B012BFD61B}"/>
              </a:ext>
            </a:extLst>
          </p:cNvPr>
          <p:cNvGrpSpPr/>
          <p:nvPr/>
        </p:nvGrpSpPr>
        <p:grpSpPr>
          <a:xfrm>
            <a:off x="9830591" y="2503954"/>
            <a:ext cx="2303365" cy="3115492"/>
            <a:chOff x="272893" y="2421901"/>
            <a:chExt cx="2303365" cy="31154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44803-A134-59DC-6681-AAFCE9EA77C7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BD1AC2-0834-075E-6B18-9FCB54B10E2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79DAA5-6AD3-1FAC-4FDA-FD33184039E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2F5FD8-6D6D-E999-2001-1469662278B0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D3F66D2-EE3E-2937-104E-540562CBEFC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F97D3C-E014-1ADF-6669-6E2ECA07A9C7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199490-8AC0-0C89-6B56-44180579F20E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FBDCD2B9-6578-FFFC-C40B-A91954384931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36D59B9D-88CB-BCD3-481C-3A2E54D19BBC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D483F-6FD0-4BB2-8F6B-B37564542FDB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21A843-D704-84EE-C8ED-7F6915EA8BDC}"/>
              </a:ext>
            </a:extLst>
          </p:cNvPr>
          <p:cNvSpPr txBox="1"/>
          <p:nvPr/>
        </p:nvSpPr>
        <p:spPr>
          <a:xfrm>
            <a:off x="4222873" y="2043434"/>
            <a:ext cx="2443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spc="15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LO1: Explain…</a:t>
            </a:r>
            <a:endParaRPr lang="en-GB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901250-16DC-DCD7-2ECB-78A3868C36D4}"/>
              </a:ext>
            </a:extLst>
          </p:cNvPr>
          <p:cNvSpPr/>
          <p:nvPr/>
        </p:nvSpPr>
        <p:spPr>
          <a:xfrm>
            <a:off x="7274080" y="1319719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44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8357-62DC-0BD4-EC99-2DF6A55B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70B52-8665-6084-0923-EB47E57D6BE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51B8A1-9642-B5E0-2754-3123C7912C92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B9933-F1DD-FE77-DFB8-704C29C86535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69085-3C98-DD63-D792-BB1A07A46E2B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32CB0-101F-0812-ACBA-10D2B53B2C0F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 &amp; </a:t>
            </a:r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CBBBF-EA00-DEF5-97FE-99065A3052E0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638517-6BCC-69EC-2626-39FA1B80DF9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793109-63FF-72DF-B0D6-22C67F30A017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1AAC63-A14F-5F84-E8E3-A87BDD03A4EC}"/>
              </a:ext>
            </a:extLst>
          </p:cNvPr>
          <p:cNvGrpSpPr/>
          <p:nvPr/>
        </p:nvGrpSpPr>
        <p:grpSpPr>
          <a:xfrm>
            <a:off x="5190691" y="6654087"/>
            <a:ext cx="3327635" cy="5772"/>
            <a:chOff x="6736189" y="6654087"/>
            <a:chExt cx="3327635" cy="5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A62B22-29AB-9FC3-9D72-0164150D9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087"/>
              <a:ext cx="3319615" cy="5772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0DB791-9073-A579-F42D-CEBA373F453C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F11627-A5BF-5C13-0085-63442EDF6676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1A74B-B30F-F2C4-E540-B674061FB9D3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B49CD32-0E88-2C04-DA1E-A256A0EDA01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4CD6C60-2C44-8089-895F-6D9F66585836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96F00D5-16E2-890B-69F8-CE4B317F94E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DC08BCE-93B9-B587-6CD3-FD3490DA1C3B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D64C8A8-B46D-465F-31C4-E904132954B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ED4E893-DE02-1889-16A6-1CCEE13BCFBD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5A3E62B-4278-25A4-B4E3-79D97CF9C898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0D149F9-950C-7C4E-A59C-DB68AD66BC5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ED15DF8-8706-094E-08BE-AD7342478EE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768F667-2F44-7BF7-D8C9-B4D90AF461B7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B261D40-E01C-E238-86B4-B121FF534CE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6A63FBB-1103-5CDC-7748-79FB6B3433D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E4FA4EE-31CF-ADA0-BA0D-9A1EBDA7F9D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868E5-755A-DBA6-AE05-3C54A1CAB003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7EB4EC0-B594-8BEB-EF03-E58D1A13007F}"/>
              </a:ext>
            </a:extLst>
          </p:cNvPr>
          <p:cNvSpPr txBox="1"/>
          <p:nvPr/>
        </p:nvSpPr>
        <p:spPr>
          <a:xfrm>
            <a:off x="2313248" y="1925899"/>
            <a:ext cx="11035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1A3DDB9-96CE-C957-DDBF-11EBB64A0561}"/>
              </a:ext>
            </a:extLst>
          </p:cNvPr>
          <p:cNvGrpSpPr/>
          <p:nvPr/>
        </p:nvGrpSpPr>
        <p:grpSpPr>
          <a:xfrm>
            <a:off x="199842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71C5B7C-E9F3-5906-5170-D8DA2163D5FF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449018B4-3A1F-8771-347E-FBD9AA81253E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3C6F15-1CD6-4A2D-7357-8F1434E4C0A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E3FD232-EA20-0A92-D902-52FD6B541C6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BD4654B-D704-F000-2D6F-13E8079F4D14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444A29A-4A38-F157-7C4F-44A27E45F94C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69F4CD2-FCE2-1C42-4CC7-788D0CF11AF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2845D20-2253-0DB1-E649-8C5B66578A06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43C4AC-1627-BA17-096D-0684D32E916E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D7CBA93-4C73-8CFE-528B-1845C986584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9542F7C-0EE0-830A-BB06-9CD4EC2C13D4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337FF8-B5AC-B5D6-51E1-1740167F9744}"/>
              </a:ext>
            </a:extLst>
          </p:cNvPr>
          <p:cNvSpPr txBox="1"/>
          <p:nvPr/>
        </p:nvSpPr>
        <p:spPr>
          <a:xfrm>
            <a:off x="2293824" y="1767316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F30CAC-9CCA-5742-4E13-F909E3FA588D}"/>
              </a:ext>
            </a:extLst>
          </p:cNvPr>
          <p:cNvGrpSpPr/>
          <p:nvPr/>
        </p:nvGrpSpPr>
        <p:grpSpPr>
          <a:xfrm>
            <a:off x="4716882" y="1757513"/>
            <a:ext cx="823274" cy="368043"/>
            <a:chOff x="3972607" y="1757513"/>
            <a:chExt cx="823274" cy="36804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C4352B-7923-D2EE-3219-EDB887C5D8C1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91D1F1-E12F-D770-6BE5-C3FE60B4B4F7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367F39-6715-13CF-9201-DB91D54CD772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4992CDC-1EC0-D1DC-4FAE-6FEF129691EE}"/>
              </a:ext>
            </a:extLst>
          </p:cNvPr>
          <p:cNvSpPr/>
          <p:nvPr/>
        </p:nvSpPr>
        <p:spPr>
          <a:xfrm>
            <a:off x="2355395" y="191557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9BB9E84-9F06-CDC7-AC9D-E3CADF1F9E50}"/>
              </a:ext>
            </a:extLst>
          </p:cNvPr>
          <p:cNvSpPr/>
          <p:nvPr/>
        </p:nvSpPr>
        <p:spPr>
          <a:xfrm rot="17976276">
            <a:off x="4545806" y="197244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188BD4-95BD-6052-4DE8-E0DE88EE35CB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B18D8797-4805-E71F-4F37-31184FDAF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743774"/>
              </p:ext>
            </p:extLst>
          </p:nvPr>
        </p:nvGraphicFramePr>
        <p:xfrm>
          <a:off x="276443" y="2729654"/>
          <a:ext cx="1163692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25">
                  <a:extLst>
                    <a:ext uri="{9D8B030D-6E8A-4147-A177-3AD203B41FA5}">
                      <a16:colId xmlns:a16="http://schemas.microsoft.com/office/drawing/2014/main" val="271072490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98700996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2110896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46187023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722562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93211306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52945746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34841735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10382052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121487348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8981448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33004200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6199912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22707543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657723660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03402904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021114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0830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700" spc="15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ndara" panose="020E0502030303020204" pitchFamily="34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Introduction</a:t>
                      </a:r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0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6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2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96687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7635A36A-F8B5-D646-E361-296C12013D43}"/>
              </a:ext>
            </a:extLst>
          </p:cNvPr>
          <p:cNvGrpSpPr/>
          <p:nvPr/>
        </p:nvGrpSpPr>
        <p:grpSpPr>
          <a:xfrm>
            <a:off x="5587645" y="1761959"/>
            <a:ext cx="823274" cy="368043"/>
            <a:chOff x="3972607" y="1757513"/>
            <a:chExt cx="823274" cy="36804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BE86819-6E06-1044-3044-E115702D9D5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0900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4D214CF-9C36-86D2-E2BB-CB972690464B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Stop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84A1886-6E7C-3083-7DB5-A54F5255C7AF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67C7F0-7D5A-C494-DF34-F8A519105E20}"/>
              </a:ext>
            </a:extLst>
          </p:cNvPr>
          <p:cNvGrpSpPr/>
          <p:nvPr/>
        </p:nvGrpSpPr>
        <p:grpSpPr>
          <a:xfrm>
            <a:off x="1454014" y="1773776"/>
            <a:ext cx="823274" cy="346777"/>
            <a:chOff x="3972607" y="1778779"/>
            <a:chExt cx="823274" cy="34677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C93758-CC68-79F0-37B6-E62E41FFCFD3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F95D3E9-9A80-4228-C3EC-D480EA23FD98}"/>
                </a:ext>
              </a:extLst>
            </p:cNvPr>
            <p:cNvSpPr txBox="1"/>
            <p:nvPr/>
          </p:nvSpPr>
          <p:spPr>
            <a:xfrm>
              <a:off x="4013672" y="1778779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F242BBC8-3CD6-72C5-C537-6F769CA8090D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830D4C07-1578-B10C-F468-1D0605A334F3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31E6F2-A294-E0B2-3F6B-4EBB99442F2F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28CFBC-ECD4-FA15-C921-E7BE60D235A2}"/>
              </a:ext>
            </a:extLst>
          </p:cNvPr>
          <p:cNvSpPr/>
          <p:nvPr/>
        </p:nvSpPr>
        <p:spPr>
          <a:xfrm>
            <a:off x="7355633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58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614C-239A-02B8-4DB4-38868A1A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95E65-06CA-C956-3757-C9A784FF58A7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D4DBEE-5EA8-CDD2-3ADA-DF54648D5325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69F58-2DF7-96F8-CE3B-EC793807F229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1A3E0-E973-35FD-8C5F-5717E63CADD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1349D-E10B-1121-CAA8-7DF9E4724816}"/>
              </a:ext>
            </a:extLst>
          </p:cNvPr>
          <p:cNvSpPr txBox="1"/>
          <p:nvPr/>
        </p:nvSpPr>
        <p:spPr>
          <a:xfrm>
            <a:off x="4467943" y="1287226"/>
            <a:ext cx="3409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 COURSE MATERIALS</a:t>
            </a:r>
            <a:endParaRPr lang="en-GB" sz="1100" u="sng" spc="3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AF97C-7756-DD76-8F17-A852A93EBE9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446FB-B6DF-4149-928E-B5941392273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1CC057-B8AC-B6AE-2AE9-41D640A29D0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518980-4182-AF48-1C0A-9E73760F5123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8CA50-1327-D061-D81C-F60E2A077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CA911C-D5A0-4750-3AF3-EB9208CBB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6AD3295-5983-6D49-FF72-D12D7D80D312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CB8AB6-F978-BCE0-9614-66E5DE884A18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EFE1482-14AE-6B53-9A8F-6035366EBCA7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3BF84B7-6B56-7008-AF26-3B3CBB1E1A9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2DFA2C5-050A-5974-7AEB-57C1B0A047C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8CBB031-9E0B-8449-6016-5B0A7CCA30A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CC7E66A-9475-4236-9572-890E6013BD98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9A24CA-F8FE-105F-50EF-34FB69499F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C6601D-6BD2-554D-E456-A6FABCB7360E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BA085A4-4385-6CEE-7CD9-FED8B3C0977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1FB1C14-CD90-6C95-5C68-1A4669B914F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6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586CD11-DC59-2CCF-4781-50742102CFF8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5245749-1D9A-125A-0516-FABC3C5A451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8073D97-CD5E-D772-9484-C1CB70A2A00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A1E99A-A984-667A-632E-50772ACA5F0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BDF15BD-EC06-6A90-009C-E36864DACF07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734BDC-8E21-6522-DD31-84E5C4219B1A}"/>
              </a:ext>
            </a:extLst>
          </p:cNvPr>
          <p:cNvGrpSpPr/>
          <p:nvPr/>
        </p:nvGrpSpPr>
        <p:grpSpPr>
          <a:xfrm>
            <a:off x="199842" y="199973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9C0522-242E-018A-5EF0-BD0CDA206120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2C8E8BD9-15BD-46E7-BA3A-69B0DBBF94F4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77A3B3-23F1-8A93-FD10-6338BE710FCA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422BFFCA-7746-D299-D954-7EAA90EC9B5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C02CE4-1E8A-D588-55A4-9F8C7E7B8EC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87168D-AABD-6D0E-B144-F57D8E0AC48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05411C-2B25-F66E-0F17-50F4B9EB00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D936ABE-F431-674C-670F-5BAEC351042F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C8083-DC66-FC3A-8483-C92A848BFF61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0C8B1D5-69D6-C562-9155-499DC2F1EF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1B5C9C-F735-08F9-550C-A66D41FFCD9B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E4D48D-8131-A70D-BADD-2E8D8C6239C1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7245-3032-9E48-1A59-B1CFB22E462C}"/>
              </a:ext>
            </a:extLst>
          </p:cNvPr>
          <p:cNvSpPr txBox="1"/>
          <p:nvPr/>
        </p:nvSpPr>
        <p:spPr>
          <a:xfrm>
            <a:off x="1756644" y="2431357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Type: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09DD9-C36E-E2E6-52E9-95D0CD13CECC}"/>
              </a:ext>
            </a:extLst>
          </p:cNvPr>
          <p:cNvSpPr/>
          <p:nvPr/>
        </p:nvSpPr>
        <p:spPr>
          <a:xfrm>
            <a:off x="2190226" y="2416013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5327B99-AAEF-565D-2B2E-B57933851AE3}"/>
              </a:ext>
            </a:extLst>
          </p:cNvPr>
          <p:cNvSpPr/>
          <p:nvPr/>
        </p:nvSpPr>
        <p:spPr>
          <a:xfrm rot="17976276">
            <a:off x="4359201" y="247459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884E-EEF2-B129-2396-E62C34032539}"/>
              </a:ext>
            </a:extLst>
          </p:cNvPr>
          <p:cNvSpPr txBox="1"/>
          <p:nvPr/>
        </p:nvSpPr>
        <p:spPr>
          <a:xfrm>
            <a:off x="4648829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Format: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DD1FF1-E68D-94BF-C380-F224CB2D6243}"/>
              </a:ext>
            </a:extLst>
          </p:cNvPr>
          <p:cNvSpPr/>
          <p:nvPr/>
        </p:nvSpPr>
        <p:spPr>
          <a:xfrm>
            <a:off x="5558661" y="2415299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79A59B-AC2E-702F-3250-2184093CC7E2}"/>
              </a:ext>
            </a:extLst>
          </p:cNvPr>
          <p:cNvSpPr/>
          <p:nvPr/>
        </p:nvSpPr>
        <p:spPr>
          <a:xfrm rot="17976276">
            <a:off x="7727636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659CA-9171-F822-D714-A11ADC4059B2}"/>
              </a:ext>
            </a:extLst>
          </p:cNvPr>
          <p:cNvSpPr txBox="1"/>
          <p:nvPr/>
        </p:nvSpPr>
        <p:spPr>
          <a:xfrm>
            <a:off x="7962850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Days: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09B39-8121-C152-F170-DD622AB4CF3E}"/>
              </a:ext>
            </a:extLst>
          </p:cNvPr>
          <p:cNvSpPr/>
          <p:nvPr/>
        </p:nvSpPr>
        <p:spPr>
          <a:xfrm>
            <a:off x="8358333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B48368-9272-8DA4-C708-26DBC3B62F4D}"/>
              </a:ext>
            </a:extLst>
          </p:cNvPr>
          <p:cNvSpPr/>
          <p:nvPr/>
        </p:nvSpPr>
        <p:spPr>
          <a:xfrm rot="17976276">
            <a:off x="8869957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FCA0F-76AC-1425-7DDA-1E6000FC6090}"/>
              </a:ext>
            </a:extLst>
          </p:cNvPr>
          <p:cNvSpPr txBox="1"/>
          <p:nvPr/>
        </p:nvSpPr>
        <p:spPr>
          <a:xfrm>
            <a:off x="9121369" y="2430643"/>
            <a:ext cx="632007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32DF8C-26B2-33B1-81B5-C5D682224270}"/>
              </a:ext>
            </a:extLst>
          </p:cNvPr>
          <p:cNvSpPr/>
          <p:nvPr/>
        </p:nvSpPr>
        <p:spPr>
          <a:xfrm>
            <a:off x="9697827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50395-5DAE-7504-06B2-E073FAEEC32B}"/>
              </a:ext>
            </a:extLst>
          </p:cNvPr>
          <p:cNvSpPr/>
          <p:nvPr/>
        </p:nvSpPr>
        <p:spPr>
          <a:xfrm rot="17976276">
            <a:off x="10209451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182378-1B4F-7794-1EDC-19336E861840}"/>
              </a:ext>
            </a:extLst>
          </p:cNvPr>
          <p:cNvGrpSpPr/>
          <p:nvPr/>
        </p:nvGrpSpPr>
        <p:grpSpPr>
          <a:xfrm>
            <a:off x="4524912" y="4993985"/>
            <a:ext cx="1324587" cy="413329"/>
            <a:chOff x="5885838" y="3149016"/>
            <a:chExt cx="1324587" cy="41332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FF537-A2B4-FBD5-60F1-DA2963F05FF7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33C30B-A9DE-7C29-EF69-4FA7965B4B5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GENERATE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5CA487-F7BF-78FC-D182-0983729B3825}"/>
              </a:ext>
            </a:extLst>
          </p:cNvPr>
          <p:cNvGrpSpPr/>
          <p:nvPr/>
        </p:nvGrpSpPr>
        <p:grpSpPr>
          <a:xfrm>
            <a:off x="6600499" y="4993504"/>
            <a:ext cx="1324587" cy="413329"/>
            <a:chOff x="5885838" y="3149016"/>
            <a:chExt cx="1324587" cy="4133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87100E-EF49-04CD-50C8-12800DF50E3C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CE2C2-E1A3-6F4F-20EB-ADE34B64C3CD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VIEW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6569D4-6DED-9FB3-C1E1-9F8DFC639731}"/>
              </a:ext>
            </a:extLst>
          </p:cNvPr>
          <p:cNvSpPr txBox="1"/>
          <p:nvPr/>
        </p:nvSpPr>
        <p:spPr>
          <a:xfrm>
            <a:off x="2801155" y="5565276"/>
            <a:ext cx="6991925" cy="1884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Presentation			Days 1-3				</a:t>
            </a:r>
            <a:r>
              <a:rPr lang="en-GB" sz="600" spc="150" dirty="0">
                <a:solidFill>
                  <a:srgbClr val="D657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	Exported to PPTX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33AF2-713D-9CA5-3346-D0C39C6F9BD0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F58FA-F570-35A9-8D76-3CF88FBB20D6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CF06DF-B034-70FB-12D5-5D9A78421DB2}"/>
              </a:ext>
            </a:extLst>
          </p:cNvPr>
          <p:cNvSpPr/>
          <p:nvPr/>
        </p:nvSpPr>
        <p:spPr>
          <a:xfrm>
            <a:off x="3542074" y="3021338"/>
            <a:ext cx="5337543" cy="1764703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9D96E-FDC2-82C7-E181-443F8AF51486}"/>
              </a:ext>
            </a:extLst>
          </p:cNvPr>
          <p:cNvSpPr txBox="1"/>
          <p:nvPr/>
        </p:nvSpPr>
        <p:spPr>
          <a:xfrm>
            <a:off x="5694600" y="2780576"/>
            <a:ext cx="8028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Preview: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39EF30-00BF-480A-06A3-AE75E5D24457}"/>
              </a:ext>
            </a:extLst>
          </p:cNvPr>
          <p:cNvSpPr/>
          <p:nvPr/>
        </p:nvSpPr>
        <p:spPr>
          <a:xfrm>
            <a:off x="7717368" y="13168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67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5611</TotalTime>
  <Words>515</Words>
  <Application>Microsoft Office PowerPoint</Application>
  <PresentationFormat>Widescreen</PresentationFormat>
  <Paragraphs>193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Candara</vt:lpstr>
      <vt:lpstr>Cascadia Code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2</cp:revision>
  <dcterms:created xsi:type="dcterms:W3CDTF">2025-11-29T21:31:12Z</dcterms:created>
  <dcterms:modified xsi:type="dcterms:W3CDTF">2025-12-10T08:03:30Z</dcterms:modified>
</cp:coreProperties>
</file>